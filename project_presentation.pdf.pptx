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Amazon Prime Video Dataset</a:t>
            </a:r>
          </a:p>
          <a:p>
            <a:r>
              <a:t>Exploratory Data Analysis (EDA)</a:t>
            </a:r>
          </a:p>
          <a:p/>
          <a:p>
            <a:r>
              <a:t>Presented by: Nishant Bashant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streaming industry has grown rapidly with platforms like Amazon Prime.</a:t>
            </a:r>
          </a:p>
          <a:p>
            <a:r>
              <a:t>Companies use data analytics to understand viewer preferences.</a:t>
            </a:r>
          </a:p>
          <a:p>
            <a:r>
              <a:t>EDA helps identify trends in content, ratings, and genres.</a:t>
            </a:r>
          </a:p>
          <a:p>
            <a:r>
              <a:t>This project analyzes the Amazon Prime Video dataset.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the type of content available on Amazon Prime.</a:t>
            </a:r>
          </a:p>
          <a:p>
            <a:r>
              <a:t>Analyze trends in movie and TV show releases.</a:t>
            </a:r>
          </a:p>
          <a:p>
            <a:r>
              <a:t>Identify the most popular genres.</a:t>
            </a:r>
          </a:p>
          <a:p>
            <a:r>
              <a:t>Study IMDb ratings to understand audience preferences.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contains information about Amazon Prime titles.</a:t>
            </a:r>
          </a:p>
          <a:p>
            <a:r>
              <a:t>Around 9,800 titles with 15 columns.</a:t>
            </a:r>
          </a:p>
          <a:p>
            <a:r>
              <a:t>Includes: title, type, release year, genres, runtime, ratings.</a:t>
            </a:r>
          </a:p>
          <a:p>
            <a:r>
              <a:t>Data used for analyzing trends and patterns.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libraries used:</a:t>
            </a:r>
          </a:p>
          <a:p>
            <a:r>
              <a:t>Pandas for data analysis</a:t>
            </a:r>
          </a:p>
          <a:p>
            <a:r>
              <a:t>Matplotlib and Seaborn for visualization</a:t>
            </a:r>
          </a:p>
          <a:p/>
          <a:p>
            <a:r>
              <a:t>Functions used:</a:t>
            </a:r>
          </a:p>
          <a:p>
            <a:r>
              <a:t>head(), shape(), columns(), info(), describe()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Missing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Missing values found in:</a:t>
            </a:r>
          </a:p>
          <a:p>
            <a:r>
              <a:t>description, age_certification, seasons, imdb_score</a:t>
            </a:r>
          </a:p>
          <a:p/>
          <a:p>
            <a:r>
              <a:t>Rows with missing IMDb score were removed</a:t>
            </a:r>
          </a:p>
          <a:p>
            <a:r>
              <a:t>This ensured accurate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Movies vs TV Shows distribution</a:t>
            </a:r>
          </a:p>
          <a:p>
            <a:r>
              <a:t>2. Titles released per year</a:t>
            </a:r>
          </a:p>
          <a:p>
            <a:r>
              <a:t>3. IMDb rating distribution</a:t>
            </a:r>
          </a:p>
          <a:p>
            <a:r>
              <a:t>4. Top genres on Amazon Prime</a:t>
            </a:r>
          </a:p>
          <a:p>
            <a:r>
              <a:t>5. Top rated titles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Movies are more common than TV shows.</a:t>
            </a:r>
          </a:p>
          <a:p>
            <a:r>
              <a:t>Content production has increased over recent years.</a:t>
            </a:r>
          </a:p>
          <a:p>
            <a:r>
              <a:t>Most IMDb ratings fall between 6 and 7.</a:t>
            </a:r>
          </a:p>
          <a:p>
            <a:r>
              <a:t>Drama, comedy, and action are common genres.</a:t>
            </a:r>
          </a:p>
          <a:p>
            <a:r>
              <a:t>Some titles have very high audience ratings.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EDA helped understand trends in Amazon Prime content.</a:t>
            </a:r>
          </a:p>
          <a:p>
            <a:r>
              <a:t>Movies dominate the platform.</a:t>
            </a:r>
          </a:p>
          <a:p>
            <a:r>
              <a:t>Streaming content production is growing.</a:t>
            </a:r>
          </a:p>
          <a:p>
            <a:r>
              <a:t>Popular genres and ratings reveal audience preferences.</a:t>
            </a:r>
          </a:p>
          <a:p>
            <a:r>
              <a:t>Insights can help improve content strategy.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